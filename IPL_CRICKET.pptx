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8" d="100"/>
          <a:sy n="98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75d0ed0-1a6f-40ad-97c0-73f61c7dddfc}">
  <we:reference id="WA200003233" version="2.0.0.3" store="en-US" storeType="OMEX"/>
  <we:alternateReferences/>
  <we:properties>
    <we:property name="Microsoft.Office.CampaignId" value="&quot;none&quot;"/>
    <we:property name="reportUrl" value="&quot;/groups/me/reports/43486db9-e4a5-4973-8ba8-e41d7c81c135/f9141b605acc2d2dda7a?bookmarkGuid=7486fd82-6ca8-47d7-8a64-2b60c2e4c24e&amp;bookmarkUsage=1&amp;ctid=a0a9d321-c038-42d3-9e54-b4e9c55d03bd&amp;fromEntryPoint=export&quot;"/>
    <we:property name="reportState" value="&quot;CONNECTED&quot;"/>
    <we:property name="artifactViewState" value="&quot;live&quot;"/>
    <we:property name="reportEmbeddedTime" value="&quot;2025-04-30T09:08:53.163Z&quot;"/>
    <we:property name="creatorSessionId" value="&quot;e0766803-365c-4ba4-85fb-6868bf4b0983&quot;"/>
    <we:property name="creatorUserId" value="&quot;10032002D83662E1&quot;"/>
    <we:property name="creatorTenantId" value="&quot;a0a9d321-c038-42d3-9e54-b4e9c55d03bd&quot;"/>
    <we:property name="pageDisplayName" value="&quot;IPL DASHBOARD&quot;"/>
    <we:property name="pageName" value="&quot;f9141b605acc2d2dda7a&quot;"/>
    <we:property name="reportName" value="&quot;IPL Analysis&quot;"/>
    <we:property name="isVisualContainerHeaderHidden" value="false"/>
    <we:property name="isFiltersActionButtonVisible" value="true"/>
    <we:property name="initialStateBookmark" value="&quot;H4sIAAAAAAAAA+1a227bOBD9FUPAoi/GgrrSzFuapsCimzYbB+3DogiG5MhRI4teSU7XG/jfd0jJSeo4iS+52EDyEoukhnMOh4czhK48nVWjHCafYYjenvfemIshlBcd3+t6Rdv25cuno/2TT2ef948OqdmM6swUlbd35dVQDrD+mlVjyK0Favz7e9eDPD+GgX1KIa+w642wrEwBefYfNoOpqy7HOO16+O8oNyVYk/0aarRmL2k4PdPc/u8hzQiqzi6xj6puWlPhR75MWAxKBTrQGjjQsKoZ4DxbOMSadtMfmKKGrKBpbFsguQygJ0JfSECUMWdubJrldTtETg7/HZWEjjBPRpaVfX0JhULtOQglVo3HV94RQjUuHY7DXzr6ZlwqPMHUdRV1Vk/Izmz4lLg4Lg0x5ZpPTQ1552RcVJ2+MiXNYwecm58HJRJL2ttj0+/UUmXFIG9JvcF32viooLT+GfmDmLE46AVTaizfTxyUD1k54zToznn7fDDIbxrEIg0pcS0lxwAS8BWI7SD9W6YusO58pCjGYpdpnwfSEB9IFGkSQOiHqBJfRwFj20H8EdTqnFRjhym/gdCQHUkRQoBRqHiASQ9FIuJHyT41o88Ephljh3yd6SH5/rE0Qze4VexqLP8ZYznx5mH1Zx30+6/Zj4csDa2JGcqhBXKmobbC2pBMy9D1+pgTke61A5OPh8UjtDUPzvocYVVdZheEj1pbB9IMcxIImuXLkku3PxiUOIC6ffy1c0P/ShKtM5OmZxJq1/dxXLR+MLu8XbtO3l48tX0NQ8G0uxqb387RBp4js9DZDMcfc15XT8q3cx1kjve/fB1U06mL5Pldv5Qri9Df69P8ju8+Lj2bL/4SHj4cBavrlHPr4BzKekm58p8+5jeGbSOoycnolR+3sq4DImJgysny8bpSkHx3e036TEc9EYDsxZD4PJLQ211NvaUY/u3Bs2PmmdRXmp/5huK73Ll544K/bJaya8o643KLhPXapTV0dbty6c0F83lT6pdUwptAc1tDIKapiOKQoZRJBFwJfO1M/j3U1RCKTt+JdufEVvQ7mc8vBtKWUD6LhU5iJVkSizDgESSvTfyhMoUZTnaY8TkEDdWCxZAS3zrkCdGNEESPV6vt5ssU4dxMYU8RhtUdKaDG15fWttTsHOcwWXg99OJSXywq3V/MC5q/89s6kZ9nBfZrIGHXTXAcmKE0qxw5z3yLU1TPdNI8FN3NEQMBD5KUaR0FiaA/GXG5u7n22/3F3fsLf1ey7Lf7i6cv5FfWyuE4r7MTemf5bOFOPv705DepQsJEHGtUECotUQkdy8ezsq3Vqrd7gfvuBXZGsd7uBZ7vXmCbhOia1LY6VFwLpiBinEXSB58ql9euDk9NVVEi6WoG+r+bBeJdEG2NGLOe0CT3jCdREIWip12S+iCc6hxG+CseawuliERPALI4ARb7CNzf0nrz0RWr8kxRXN7G6A2xHLh1cIFsMYyaiTJs+o123eggXnl/ZgS7sf0V8rE1++4DvaHNz+Jdq1b2y4t8tvZ3LNpjWtV95+jsnHrQvvtmZCaE03uqHjd4BZVeoebhMpCB5pr7osdUwISI+AuGQKMzWZGaxVkP7Q2z1gZ+C4cN2G5CQ/sq9gMRcCY4MJ8xZI9/tPJioXGJxXitu7+3yFif7CYwQhmELExlJHzmiwh53BwbD9KeDWGw8AjiqFIVMQgCHqle7Ie9dW1BKDXjFK9xGHEhQYiQr2srlNCTPJQJJ8diOiXZ+n75UlCp1mMsCaVMYsT2k7vVbTlzi+LWjOtqBAqPocAF0UZxBYW2G2S5GOtaX7I2iX/gBftZ43VMTqf/A7fAXpBhKQAA&quot;"/>
    <we:property name="bookmark" value="&quot;H4sIAAAAAAAAA+1aWW/bOBD+K4aARV+MBXVSzFvrtsBit91sHLQPi6AYkiNHjSR6daT1Bv7vO6LsHI7jK6exyUssHqP5Pg4/zhC6cHRajTOYfIYcnQPnnTFnOZRnPdfpO0XXhhglHoPIlX4oIylYHAP1mnGdmqJyDi6cGsoR1l/SqoGsNUSNf5/0HciyQxi1TwlkFfadMZaVKSBL/8VuMHXVZYPTvoM/x5kpoTU5rKHG1uw5DadncsH91ac3gqrTcxyiqrvWRLiBKyMWglKe9rQG3jpWdQOsZ0uHtKbt6wemqCEt6DVtmye59CAWviskIMqQMzs2SbN6NkROPvwcl4SOME/GLTlv9TkUCrVjIZRYdR5fOJ8Qqqa0OD7c6BiaplR4hIntKuq0npCd+fApcXFYGmLKNh+bGrLeUVNUvaEyJb2nHXBqfgxKJJa0c8CmJ9RSpcUom5F6he+481FB2fpn5HdipsVBE0ypsXw3sVDep+WcU6+/4O3jwSC/aRALNCTEtZQcPYjAVSBeBulfU3WGde8jRTEW+0z7IpCOeE+iSCIPfNdHFbk68Bh7GcR/glqdkmrsMeVXEDqyAyl88DDwFfcwilFEIlxL9rEZfyYw3Zh2yJe5HpLvH0uT28Ez4a4a+U+D5cRZhDWcd9Dvv+Y/VlnKWxNzlHkL5JuGuhXWjmRahr4zxIyItNMGJmvyYg1t3YO1vkBYVZfpGeGj1pkDSYoZCQS95c8Nl+7taFTiCOrZ483Oe/pXkmh9M0nyTUJt+z42xcwP1i5vv10n5yCctn0dQ960vx2bX0+xDTxLZqHTOY7fFryuHpRv6zrIDO+efBlU06mN5MVdv5Ery9Df6dPiju+vl577L/4GHq6Ogu11yro1OIWy3lCu3IeP+XvDbiOoy8loyvdrWdeAiBiZcrJ5vG4VJCd2r0mX6SAWHsg4pOSUBxLi/dXUa4rhXh88P2YeSX2l+ZHdU3w3OzevXHA3zVL2TVnnXL4gYb10aQddfVm59P0F83FT6qdUwqtAs1tDICaJCEKfoZRRAFwJfO5M/h3UVQ5Fb2hFu3fUVvR7mc8vBzIroVwWCh2FSrIoFL7HA4iem/gPyhQmn+wx4wsIOqoFCyEhvrXPI6IbwQvWV6uzzZcqwnk/hT1GyKtbUkCNzy+ts1Kzd5jBZOn10JNLfbGsdH8yL+j9vV92ifwsLXBYAwm77oJjYHJptjlyHvkWp6ge6aRZFd3dEQMe96KEaR14kaA/GXC5v7n26/3F7fsLd1+y7Nf7i4cv5LfWyrzJ6vSI5myeLdzKxx+e/C5ViJgIQ40KfKUlKqFDuT4re7Fa9XovcNe9wN4o1uu9wOPdC7wkIbokdVYdKq4FUxAwzgLpgkuVy3NXh8emqiiRtDUD/d/PAvE2iFmNGLJYaJJ7xqPAC3wRa5ukroRTncIYb+JpbaEUgYgFIAsjYKGLwN0XWm+uXbEqSxXF5XWMTo7lyK7DCAss20kEY9y9K8XqCurNX6vOsvq67nYAnkpy67uKl77zBbLGfo9CRv9I6w7rRddMA98MTrEoIO0NG5rb+514rN60M0+6qLI27Ga/TVButKUQbRgsN/+eZmjzo3gzU/T265Rsvj9uWWxTGVUP7WLOz/KV9u13NfPDYnpHZXhJwcPXhVx60tNcc1fETHlMiIA/4TbptDgtErM8MyT9MDuJ3Mot838Nh03Z7kJDuyp0PeFxJjgwlzFk6z/sebLQOMei2el+9DUydie7Cwxfej7zExkIl7kiQB52R+tK2tMcRkuPaY4qUQEDz+OBikPXj3e1Bb7UjFO8hn7AhQQhfL6rLV9CLLkvI06OhZRJsN39cqWgcjZmLPKljELE2WeJ29uy5pbFrWnqagwKD6HAJdFGcQWFbjfIFjE2nf4HoQMZIlwqAAA=&quot;"/>
    <we:property name="datasetId" value="&quot;697794c9-78d9-4f74-ab37-04b755549001&quot;"/>
    <we:property name="embedUrl" value="&quot;/reportEmbed?reportId=43486db9-e4a5-4973-8ba8-e41d7c81c135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987CD2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TAUQUIR AHMED</cp:lastModifiedBy>
  <cp:revision>4</cp:revision>
  <dcterms:created xsi:type="dcterms:W3CDTF">2018-06-07T21:39:02Z</dcterms:created>
  <dcterms:modified xsi:type="dcterms:W3CDTF">2025-04-30T10:07:21Z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